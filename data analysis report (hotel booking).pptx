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esh Dharmik" userId="2c15f2d69efe0527" providerId="LiveId" clId="{655EF908-2AC6-4F8E-A5B7-2F818DA16C6E}"/>
    <pc:docChg chg="undo redo custSel addSld delSld modSld sldOrd">
      <pc:chgData name="Jayesh Dharmik" userId="2c15f2d69efe0527" providerId="LiveId" clId="{655EF908-2AC6-4F8E-A5B7-2F818DA16C6E}" dt="2025-12-14T15:29:01.983" v="2985" actId="47"/>
      <pc:docMkLst>
        <pc:docMk/>
      </pc:docMkLst>
      <pc:sldChg chg="modSp mod">
        <pc:chgData name="Jayesh Dharmik" userId="2c15f2d69efe0527" providerId="LiveId" clId="{655EF908-2AC6-4F8E-A5B7-2F818DA16C6E}" dt="2025-12-14T14:09:06.335" v="2156" actId="123"/>
        <pc:sldMkLst>
          <pc:docMk/>
          <pc:sldMk cId="3022722140" sldId="256"/>
        </pc:sldMkLst>
        <pc:spChg chg="mod">
          <ac:chgData name="Jayesh Dharmik" userId="2c15f2d69efe0527" providerId="LiveId" clId="{655EF908-2AC6-4F8E-A5B7-2F818DA16C6E}" dt="2025-12-14T14:09:06.335" v="2156" actId="123"/>
          <ac:spMkLst>
            <pc:docMk/>
            <pc:sldMk cId="3022722140" sldId="256"/>
            <ac:spMk id="6" creationId="{918B7587-EF1D-5D9B-7399-86F02F46D139}"/>
          </ac:spMkLst>
        </pc:spChg>
      </pc:sldChg>
      <pc:sldChg chg="addSp delSp modSp mod">
        <pc:chgData name="Jayesh Dharmik" userId="2c15f2d69efe0527" providerId="LiveId" clId="{655EF908-2AC6-4F8E-A5B7-2F818DA16C6E}" dt="2025-12-14T15:23:53.996" v="2963" actId="1076"/>
        <pc:sldMkLst>
          <pc:docMk/>
          <pc:sldMk cId="4255319402" sldId="258"/>
        </pc:sldMkLst>
        <pc:spChg chg="add del mod">
          <ac:chgData name="Jayesh Dharmik" userId="2c15f2d69efe0527" providerId="LiveId" clId="{655EF908-2AC6-4F8E-A5B7-2F818DA16C6E}" dt="2025-12-14T07:57:08.968" v="3"/>
          <ac:spMkLst>
            <pc:docMk/>
            <pc:sldMk cId="4255319402" sldId="258"/>
            <ac:spMk id="2" creationId="{046FCC8B-FFEF-4B9D-FE43-55D1539577EC}"/>
          </ac:spMkLst>
        </pc:spChg>
        <pc:spChg chg="add mod">
          <ac:chgData name="Jayesh Dharmik" userId="2c15f2d69efe0527" providerId="LiveId" clId="{655EF908-2AC6-4F8E-A5B7-2F818DA16C6E}" dt="2025-12-14T08:00:02.784" v="32" actId="1076"/>
          <ac:spMkLst>
            <pc:docMk/>
            <pc:sldMk cId="4255319402" sldId="258"/>
            <ac:spMk id="3" creationId="{D345CA73-7882-B4A2-7439-367FB57D9AB2}"/>
          </ac:spMkLst>
        </pc:spChg>
        <pc:spChg chg="add mod">
          <ac:chgData name="Jayesh Dharmik" userId="2c15f2d69efe0527" providerId="LiveId" clId="{655EF908-2AC6-4F8E-A5B7-2F818DA16C6E}" dt="2025-12-14T15:23:53.996" v="2963" actId="1076"/>
          <ac:spMkLst>
            <pc:docMk/>
            <pc:sldMk cId="4255319402" sldId="258"/>
            <ac:spMk id="4" creationId="{881E7481-5D27-5B7C-9E51-28F285AD182D}"/>
          </ac:spMkLst>
        </pc:spChg>
        <pc:picChg chg="mod">
          <ac:chgData name="Jayesh Dharmik" userId="2c15f2d69efe0527" providerId="LiveId" clId="{655EF908-2AC6-4F8E-A5B7-2F818DA16C6E}" dt="2025-12-14T08:09:34.433" v="485" actId="1076"/>
          <ac:picMkLst>
            <pc:docMk/>
            <pc:sldMk cId="4255319402" sldId="258"/>
            <ac:picMk id="1026" creationId="{D279AF46-27EF-2598-5C56-ACB19F414903}"/>
          </ac:picMkLst>
        </pc:picChg>
      </pc:sldChg>
      <pc:sldChg chg="addSp delSp modSp new mod">
        <pc:chgData name="Jayesh Dharmik" userId="2c15f2d69efe0527" providerId="LiveId" clId="{655EF908-2AC6-4F8E-A5B7-2F818DA16C6E}" dt="2025-12-14T08:17:15.887" v="711" actId="20577"/>
        <pc:sldMkLst>
          <pc:docMk/>
          <pc:sldMk cId="392562001" sldId="259"/>
        </pc:sldMkLst>
        <pc:spChg chg="add del mod">
          <ac:chgData name="Jayesh Dharmik" userId="2c15f2d69efe0527" providerId="LiveId" clId="{655EF908-2AC6-4F8E-A5B7-2F818DA16C6E}" dt="2025-12-14T08:13:35.301" v="502"/>
          <ac:spMkLst>
            <pc:docMk/>
            <pc:sldMk cId="392562001" sldId="259"/>
            <ac:spMk id="2" creationId="{2C414B62-D361-C1AA-921A-721598204234}"/>
          </ac:spMkLst>
        </pc:spChg>
        <pc:spChg chg="add mod">
          <ac:chgData name="Jayesh Dharmik" userId="2c15f2d69efe0527" providerId="LiveId" clId="{655EF908-2AC6-4F8E-A5B7-2F818DA16C6E}" dt="2025-12-14T08:17:15.887" v="711" actId="20577"/>
          <ac:spMkLst>
            <pc:docMk/>
            <pc:sldMk cId="392562001" sldId="259"/>
            <ac:spMk id="3" creationId="{8AA47503-4DF2-83D8-F88B-640C58F37566}"/>
          </ac:spMkLst>
        </pc:spChg>
        <pc:picChg chg="add del mod">
          <ac:chgData name="Jayesh Dharmik" userId="2c15f2d69efe0527" providerId="LiveId" clId="{655EF908-2AC6-4F8E-A5B7-2F818DA16C6E}" dt="2025-12-14T08:13:35.298" v="500" actId="478"/>
          <ac:picMkLst>
            <pc:docMk/>
            <pc:sldMk cId="392562001" sldId="259"/>
            <ac:picMk id="1026" creationId="{8042C08D-70C2-C547-FAC4-1BAB21C8A9F1}"/>
          </ac:picMkLst>
        </pc:picChg>
        <pc:picChg chg="add mod">
          <ac:chgData name="Jayesh Dharmik" userId="2c15f2d69efe0527" providerId="LiveId" clId="{655EF908-2AC6-4F8E-A5B7-2F818DA16C6E}" dt="2025-12-14T08:13:54.872" v="508" actId="1076"/>
          <ac:picMkLst>
            <pc:docMk/>
            <pc:sldMk cId="392562001" sldId="259"/>
            <ac:picMk id="1028" creationId="{79F53883-1838-2DB6-23CB-76E92644B436}"/>
          </ac:picMkLst>
        </pc:picChg>
      </pc:sldChg>
      <pc:sldChg chg="addSp modSp new mod">
        <pc:chgData name="Jayesh Dharmik" userId="2c15f2d69efe0527" providerId="LiveId" clId="{655EF908-2AC6-4F8E-A5B7-2F818DA16C6E}" dt="2025-12-14T13:38:55.720" v="1730" actId="1076"/>
        <pc:sldMkLst>
          <pc:docMk/>
          <pc:sldMk cId="1505455739" sldId="260"/>
        </pc:sldMkLst>
        <pc:spChg chg="add mod">
          <ac:chgData name="Jayesh Dharmik" userId="2c15f2d69efe0527" providerId="LiveId" clId="{655EF908-2AC6-4F8E-A5B7-2F818DA16C6E}" dt="2025-12-14T13:38:55.720" v="1730" actId="1076"/>
          <ac:spMkLst>
            <pc:docMk/>
            <pc:sldMk cId="1505455739" sldId="260"/>
            <ac:spMk id="2" creationId="{D110D06D-1BB7-8560-BEB2-39D9ABC62C81}"/>
          </ac:spMkLst>
        </pc:spChg>
        <pc:picChg chg="add mod">
          <ac:chgData name="Jayesh Dharmik" userId="2c15f2d69efe0527" providerId="LiveId" clId="{655EF908-2AC6-4F8E-A5B7-2F818DA16C6E}" dt="2025-12-14T08:19:09.829" v="715" actId="1076"/>
          <ac:picMkLst>
            <pc:docMk/>
            <pc:sldMk cId="1505455739" sldId="260"/>
            <ac:picMk id="2050" creationId="{08BAEE43-35C1-AE35-1BE8-B917133654D4}"/>
          </ac:picMkLst>
        </pc:picChg>
      </pc:sldChg>
      <pc:sldChg chg="addSp delSp modSp new mod">
        <pc:chgData name="Jayesh Dharmik" userId="2c15f2d69efe0527" providerId="LiveId" clId="{655EF908-2AC6-4F8E-A5B7-2F818DA16C6E}" dt="2025-12-14T13:38:46.604" v="1729" actId="1076"/>
        <pc:sldMkLst>
          <pc:docMk/>
          <pc:sldMk cId="1577584799" sldId="261"/>
        </pc:sldMkLst>
        <pc:spChg chg="add mod">
          <ac:chgData name="Jayesh Dharmik" userId="2c15f2d69efe0527" providerId="LiveId" clId="{655EF908-2AC6-4F8E-A5B7-2F818DA16C6E}" dt="2025-12-14T13:38:46.604" v="1729" actId="1076"/>
          <ac:spMkLst>
            <pc:docMk/>
            <pc:sldMk cId="1577584799" sldId="261"/>
            <ac:spMk id="2" creationId="{366E435B-7CA6-9814-F7C6-1458194DEB3C}"/>
          </ac:spMkLst>
        </pc:spChg>
        <pc:picChg chg="add del mod">
          <ac:chgData name="Jayesh Dharmik" userId="2c15f2d69efe0527" providerId="LiveId" clId="{655EF908-2AC6-4F8E-A5B7-2F818DA16C6E}" dt="2025-12-14T08:29:55.216" v="1084" actId="478"/>
          <ac:picMkLst>
            <pc:docMk/>
            <pc:sldMk cId="1577584799" sldId="261"/>
            <ac:picMk id="3074" creationId="{9D535EE4-63B6-8BE2-1B91-79969A105B0B}"/>
          </ac:picMkLst>
        </pc:picChg>
        <pc:picChg chg="add mod">
          <ac:chgData name="Jayesh Dharmik" userId="2c15f2d69efe0527" providerId="LiveId" clId="{655EF908-2AC6-4F8E-A5B7-2F818DA16C6E}" dt="2025-12-14T08:30:10.975" v="1087" actId="1076"/>
          <ac:picMkLst>
            <pc:docMk/>
            <pc:sldMk cId="1577584799" sldId="261"/>
            <ac:picMk id="3076" creationId="{9C00576D-9FA6-DCBC-FDF9-48F678AC1AC1}"/>
          </ac:picMkLst>
        </pc:picChg>
      </pc:sldChg>
      <pc:sldChg chg="addSp modSp new mod">
        <pc:chgData name="Jayesh Dharmik" userId="2c15f2d69efe0527" providerId="LiveId" clId="{655EF908-2AC6-4F8E-A5B7-2F818DA16C6E}" dt="2025-12-14T13:43:16.022" v="2067" actId="1076"/>
        <pc:sldMkLst>
          <pc:docMk/>
          <pc:sldMk cId="3057346976" sldId="262"/>
        </pc:sldMkLst>
        <pc:spChg chg="add mod">
          <ac:chgData name="Jayesh Dharmik" userId="2c15f2d69efe0527" providerId="LiveId" clId="{655EF908-2AC6-4F8E-A5B7-2F818DA16C6E}" dt="2025-12-14T13:43:16.022" v="2067" actId="1076"/>
          <ac:spMkLst>
            <pc:docMk/>
            <pc:sldMk cId="3057346976" sldId="262"/>
            <ac:spMk id="2" creationId="{22B3F1A2-C553-D62E-4063-E428789F2E05}"/>
          </ac:spMkLst>
        </pc:spChg>
        <pc:picChg chg="add mod">
          <ac:chgData name="Jayesh Dharmik" userId="2c15f2d69efe0527" providerId="LiveId" clId="{655EF908-2AC6-4F8E-A5B7-2F818DA16C6E}" dt="2025-12-14T13:43:05.134" v="2066" actId="1076"/>
          <ac:picMkLst>
            <pc:docMk/>
            <pc:sldMk cId="3057346976" sldId="262"/>
            <ac:picMk id="1026" creationId="{494DDF72-8AE0-9A03-9C4B-7D7F2A9DE466}"/>
          </ac:picMkLst>
        </pc:picChg>
      </pc:sldChg>
      <pc:sldChg chg="addSp delSp modSp new mod">
        <pc:chgData name="Jayesh Dharmik" userId="2c15f2d69efe0527" providerId="LiveId" clId="{655EF908-2AC6-4F8E-A5B7-2F818DA16C6E}" dt="2025-12-14T15:09:16.320" v="2584" actId="1076"/>
        <pc:sldMkLst>
          <pc:docMk/>
          <pc:sldMk cId="1219324342" sldId="263"/>
        </pc:sldMkLst>
        <pc:spChg chg="add del mod">
          <ac:chgData name="Jayesh Dharmik" userId="2c15f2d69efe0527" providerId="LiveId" clId="{655EF908-2AC6-4F8E-A5B7-2F818DA16C6E}" dt="2025-12-14T13:58:48.817" v="2124" actId="478"/>
          <ac:spMkLst>
            <pc:docMk/>
            <pc:sldMk cId="1219324342" sldId="263"/>
            <ac:spMk id="2" creationId="{D80C056F-3B65-3C1F-2DA9-D53FA72FCBCF}"/>
          </ac:spMkLst>
        </pc:spChg>
        <pc:spChg chg="add mod">
          <ac:chgData name="Jayesh Dharmik" userId="2c15f2d69efe0527" providerId="LiveId" clId="{655EF908-2AC6-4F8E-A5B7-2F818DA16C6E}" dt="2025-12-14T15:09:16.320" v="2584" actId="1076"/>
          <ac:spMkLst>
            <pc:docMk/>
            <pc:sldMk cId="1219324342" sldId="263"/>
            <ac:spMk id="3" creationId="{C3A33A68-80D6-76D3-24C4-1299B2B04807}"/>
          </ac:spMkLst>
        </pc:spChg>
        <pc:picChg chg="add del mod">
          <ac:chgData name="Jayesh Dharmik" userId="2c15f2d69efe0527" providerId="LiveId" clId="{655EF908-2AC6-4F8E-A5B7-2F818DA16C6E}" dt="2025-12-14T15:06:36.588" v="2362" actId="478"/>
          <ac:picMkLst>
            <pc:docMk/>
            <pc:sldMk cId="1219324342" sldId="263"/>
            <ac:picMk id="2050" creationId="{11DB631C-B5DD-6FD7-8DC0-3EA5A420BBD7}"/>
          </ac:picMkLst>
        </pc:picChg>
        <pc:picChg chg="add del">
          <ac:chgData name="Jayesh Dharmik" userId="2c15f2d69efe0527" providerId="LiveId" clId="{655EF908-2AC6-4F8E-A5B7-2F818DA16C6E}" dt="2025-12-14T15:06:36.588" v="2362" actId="478"/>
          <ac:picMkLst>
            <pc:docMk/>
            <pc:sldMk cId="1219324342" sldId="263"/>
            <ac:picMk id="2052" creationId="{D7207640-D693-2030-2F59-5858995342C9}"/>
          </ac:picMkLst>
        </pc:picChg>
        <pc:picChg chg="add mod">
          <ac:chgData name="Jayesh Dharmik" userId="2c15f2d69efe0527" providerId="LiveId" clId="{655EF908-2AC6-4F8E-A5B7-2F818DA16C6E}" dt="2025-12-14T15:06:46.350" v="2366" actId="1076"/>
          <ac:picMkLst>
            <pc:docMk/>
            <pc:sldMk cId="1219324342" sldId="263"/>
            <ac:picMk id="2054" creationId="{9AD9DB43-9EAC-AD7F-4B04-FC93989514B0}"/>
          </ac:picMkLst>
        </pc:picChg>
      </pc:sldChg>
      <pc:sldChg chg="addSp modSp new mod">
        <pc:chgData name="Jayesh Dharmik" userId="2c15f2d69efe0527" providerId="LiveId" clId="{655EF908-2AC6-4F8E-A5B7-2F818DA16C6E}" dt="2025-12-14T15:13:05.564" v="2840" actId="1076"/>
        <pc:sldMkLst>
          <pc:docMk/>
          <pc:sldMk cId="3017767198" sldId="264"/>
        </pc:sldMkLst>
        <pc:spChg chg="add mod">
          <ac:chgData name="Jayesh Dharmik" userId="2c15f2d69efe0527" providerId="LiveId" clId="{655EF908-2AC6-4F8E-A5B7-2F818DA16C6E}" dt="2025-12-14T15:13:05.564" v="2840" actId="1076"/>
          <ac:spMkLst>
            <pc:docMk/>
            <pc:sldMk cId="3017767198" sldId="264"/>
            <ac:spMk id="2" creationId="{00F6473F-0F57-E55A-3F73-1A4DFA0A4CEB}"/>
          </ac:spMkLst>
        </pc:spChg>
        <pc:picChg chg="add mod">
          <ac:chgData name="Jayesh Dharmik" userId="2c15f2d69efe0527" providerId="LiveId" clId="{655EF908-2AC6-4F8E-A5B7-2F818DA16C6E}" dt="2025-12-14T15:10:04.759" v="2587" actId="1076"/>
          <ac:picMkLst>
            <pc:docMk/>
            <pc:sldMk cId="3017767198" sldId="264"/>
            <ac:picMk id="3074" creationId="{7FDDF6DD-53C7-DE85-BDF3-36E2688E582D}"/>
          </ac:picMkLst>
        </pc:picChg>
      </pc:sldChg>
      <pc:sldChg chg="addSp delSp modSp new del mod ord">
        <pc:chgData name="Jayesh Dharmik" userId="2c15f2d69efe0527" providerId="LiveId" clId="{655EF908-2AC6-4F8E-A5B7-2F818DA16C6E}" dt="2025-12-14T15:22:53.551" v="2959" actId="47"/>
        <pc:sldMkLst>
          <pc:docMk/>
          <pc:sldMk cId="2473404174" sldId="265"/>
        </pc:sldMkLst>
        <pc:spChg chg="add del mod">
          <ac:chgData name="Jayesh Dharmik" userId="2c15f2d69efe0527" providerId="LiveId" clId="{655EF908-2AC6-4F8E-A5B7-2F818DA16C6E}" dt="2025-12-14T15:17:12.393" v="2927"/>
          <ac:spMkLst>
            <pc:docMk/>
            <pc:sldMk cId="2473404174" sldId="265"/>
            <ac:spMk id="4" creationId="{B3358D69-6DA1-85C4-5993-3BE4E6BC0E75}"/>
          </ac:spMkLst>
        </pc:spChg>
        <pc:spChg chg="add mod">
          <ac:chgData name="Jayesh Dharmik" userId="2c15f2d69efe0527" providerId="LiveId" clId="{655EF908-2AC6-4F8E-A5B7-2F818DA16C6E}" dt="2025-12-14T15:22:33.943" v="2958" actId="1076"/>
          <ac:spMkLst>
            <pc:docMk/>
            <pc:sldMk cId="2473404174" sldId="265"/>
            <ac:spMk id="5" creationId="{8C1ED7D4-7A34-BA46-AC0F-970FA943EB25}"/>
          </ac:spMkLst>
        </pc:spChg>
        <pc:picChg chg="add del mod">
          <ac:chgData name="Jayesh Dharmik" userId="2c15f2d69efe0527" providerId="LiveId" clId="{655EF908-2AC6-4F8E-A5B7-2F818DA16C6E}" dt="2025-12-14T15:20:31.208" v="2928" actId="478"/>
          <ac:picMkLst>
            <pc:docMk/>
            <pc:sldMk cId="2473404174" sldId="265"/>
            <ac:picMk id="3" creationId="{1C76E764-B582-0471-4794-26A8A4EE4A63}"/>
          </ac:picMkLst>
        </pc:picChg>
      </pc:sldChg>
      <pc:sldChg chg="addSp delSp modSp new del mod ord">
        <pc:chgData name="Jayesh Dharmik" userId="2c15f2d69efe0527" providerId="LiveId" clId="{655EF908-2AC6-4F8E-A5B7-2F818DA16C6E}" dt="2025-12-14T15:29:01.983" v="2985" actId="47"/>
        <pc:sldMkLst>
          <pc:docMk/>
          <pc:sldMk cId="3724656186" sldId="265"/>
        </pc:sldMkLst>
        <pc:spChg chg="add mod">
          <ac:chgData name="Jayesh Dharmik" userId="2c15f2d69efe0527" providerId="LiveId" clId="{655EF908-2AC6-4F8E-A5B7-2F818DA16C6E}" dt="2025-12-14T15:27:31.061" v="2972" actId="1076"/>
          <ac:spMkLst>
            <pc:docMk/>
            <pc:sldMk cId="3724656186" sldId="265"/>
            <ac:spMk id="2" creationId="{677F976F-81ED-31A0-DBA6-D69AF8F90913}"/>
          </ac:spMkLst>
        </pc:spChg>
        <pc:spChg chg="add del mod">
          <ac:chgData name="Jayesh Dharmik" userId="2c15f2d69efe0527" providerId="LiveId" clId="{655EF908-2AC6-4F8E-A5B7-2F818DA16C6E}" dt="2025-12-14T15:28:15.022" v="2980"/>
          <ac:spMkLst>
            <pc:docMk/>
            <pc:sldMk cId="3724656186" sldId="265"/>
            <ac:spMk id="4" creationId="{71588417-D74E-D711-EE55-7A4FAB1EE67F}"/>
          </ac:spMkLst>
        </pc:spChg>
        <pc:spChg chg="add del mod">
          <ac:chgData name="Jayesh Dharmik" userId="2c15f2d69efe0527" providerId="LiveId" clId="{655EF908-2AC6-4F8E-A5B7-2F818DA16C6E}" dt="2025-12-14T15:28:56.219" v="2984" actId="478"/>
          <ac:spMkLst>
            <pc:docMk/>
            <pc:sldMk cId="3724656186" sldId="265"/>
            <ac:spMk id="6" creationId="{B0AF1C9C-7302-883B-5924-6230320562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A92C-DAD1-E8BD-E736-167BF60BE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4C4EF-F9F0-4BCE-1269-60E611ACC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0189A-8CA7-9915-7A8C-95B7F226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64F46-C64C-8E8B-609F-81520F1D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A1B4B-34A4-3823-C155-26E1D233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9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8379-F11F-DB99-4E93-37A97F46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18E43-F6B6-9EBE-BC24-97F910969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80328-6DC1-0DB2-1A5F-8CF39F85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DD80E-7A4B-9CFE-DB9D-EA8FA508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C08E3-607D-EE0A-F016-4442C5B8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27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B8977-E17D-0352-AB23-A2BFBF4C6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A794F-CD6A-D234-7942-A198DFC92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A6C80-6F6E-818B-028F-6A6E95A8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B51F7-D4A0-EAC0-97A2-DAC452E1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84E7D-E8B6-DFD9-0AD6-D423B899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47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0E9E-1D48-F90A-6450-56509F313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92E89-34AD-9A61-8D19-6CB8DEA35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56DFA-0D05-CCE1-B7A9-727F1A03E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E3809-07C7-6763-E3EF-AA8EA04B3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EA447-C15E-2E62-C179-929FAEE6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2CF25-F787-EBF7-A5B9-5C922215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116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37A6A-6505-DAEC-FF0D-7E8E1523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00D6F-0222-B97F-F22E-B62D9B231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1B64A-0853-7AFA-8E17-8F79D0BCB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E0EFB-5FCA-423D-D2D8-AAB0036D3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7F261-B108-0E80-8646-0F1FC3EC0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C6BF2D-76F1-A750-2746-2F06959C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D3016-C428-785F-AA3D-0022CA1B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251857-8D65-46A6-48B4-02596341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7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0CEB-12C4-256D-BCDD-34C8F94A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55B2F-B667-DD29-A3C1-1A157679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94E77-6A41-3974-538C-C4D151D4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C9C98-5E06-927F-7487-E7C34574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31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1C213-9E96-91F8-8762-9348CEFE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E7735-BE6A-9B04-E8D2-3F79A4F5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82FC-F9B5-E752-D816-5002F9DC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73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D496A-52CB-83A1-508E-899F127B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79B66-5180-18AD-AA82-D73F109B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B16B9-379A-9DF6-C52B-C886A9E13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03E8E-5527-E209-E96F-CFA3AFC51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F1ED7-9730-CB44-BA72-2C996F7D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1BB13-650F-BE5E-1C77-E77A21BE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47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9537-CDD6-9DF7-81C0-EE6C3B6A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3996F-F94A-936B-6996-C2EEA3A64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18345-D60C-5D00-FD90-2788F60BD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E68AF-0F85-AB12-0344-B8B683BD2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FDDF7-3E7B-2787-BA60-504F4287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C52A0-62D3-87F9-48D0-4B825A81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24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3982-E815-E86B-544B-62A5DAE4E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E4B87-0236-9CA1-E20E-01C50E655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F8BC9-08B3-F9AD-1ADE-607C4C680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F1003-A701-DF72-4F01-26B5255E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45DD4-18DE-4CC3-30E5-7B8741BC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22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574889-3FE0-FB16-AD23-0FEADF149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8FB2D-0EB2-25C2-89A7-62EA5E7F8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C988C-7C1C-5BBD-20AD-3375690B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E1E41-11A2-D2D9-AB66-BE9FDFB59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EC38F-AEDD-46AD-7AF1-8304638E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00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C37AD0-905C-0F59-ED2A-64A3077A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97AEE-A8AA-7DE9-18F4-DA0F6C498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2384-0F97-CE74-8CCA-ED111D0C4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06F1D-4F72-41AB-B4E4-7713127C798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F8A24-EF61-4925-9BE8-0A4BBF52C1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77897-078F-4270-20F7-661ABBE93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920C-CBA2-45BB-B319-3F9C056B83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069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D2EF87-16F3-1EE3-9FF8-F6A3360FA557}"/>
              </a:ext>
            </a:extLst>
          </p:cNvPr>
          <p:cNvSpPr txBox="1"/>
          <p:nvPr/>
        </p:nvSpPr>
        <p:spPr>
          <a:xfrm>
            <a:off x="763571" y="245097"/>
            <a:ext cx="396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en-IN" sz="3600" b="1" dirty="0"/>
              <a:t>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B7587-EF1D-5D9B-7399-86F02F46D139}"/>
              </a:ext>
            </a:extLst>
          </p:cNvPr>
          <p:cNvSpPr txBox="1"/>
          <p:nvPr/>
        </p:nvSpPr>
        <p:spPr>
          <a:xfrm>
            <a:off x="763571" y="1023403"/>
            <a:ext cx="8426922" cy="3788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 </a:t>
            </a:r>
            <a:r>
              <a:rPr lang="en-US" dirty="0"/>
              <a:t>In resent years , City hotel and Report hotel have seen high cancellation rates. Each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hotel is now dealing with a number of issues a result , including fewer revenues and </a:t>
            </a:r>
          </a:p>
          <a:p>
            <a:pPr>
              <a:lnSpc>
                <a:spcPct val="150000"/>
              </a:lnSpc>
            </a:pPr>
            <a:r>
              <a:rPr lang="en-US" dirty="0"/>
              <a:t>Less than ideal hotel room use. Consequently, lowering cancellation rates is both hotels’</a:t>
            </a:r>
          </a:p>
          <a:p>
            <a:pPr>
              <a:lnSpc>
                <a:spcPct val="150000"/>
              </a:lnSpc>
            </a:pPr>
            <a:r>
              <a:rPr lang="en-US" dirty="0"/>
              <a:t>Primary goal in order to increase their efficiency in generating revenue, and for us to </a:t>
            </a:r>
          </a:p>
          <a:p>
            <a:pPr>
              <a:lnSpc>
                <a:spcPct val="150000"/>
              </a:lnSpc>
            </a:pPr>
            <a:r>
              <a:rPr lang="en-US" dirty="0"/>
              <a:t>offer thorough  business advice to address this problem.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The analysis of hotel booking cancellation as well as other factors that have no bearing </a:t>
            </a:r>
          </a:p>
          <a:p>
            <a:pPr>
              <a:lnSpc>
                <a:spcPct val="150000"/>
              </a:lnSpc>
            </a:pPr>
            <a:r>
              <a:rPr lang="en-US" dirty="0"/>
              <a:t>On their business and yearly revenue generation are the main topics of this report.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C21C9-5D6F-AA83-BDA8-1B60E32628F5}"/>
              </a:ext>
            </a:extLst>
          </p:cNvPr>
          <p:cNvSpPr txBox="1"/>
          <p:nvPr/>
        </p:nvSpPr>
        <p:spPr>
          <a:xfrm>
            <a:off x="763571" y="4489095"/>
            <a:ext cx="3108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AEE89-FFF7-761A-7B92-E0629062E1FA}"/>
              </a:ext>
            </a:extLst>
          </p:cNvPr>
          <p:cNvSpPr txBox="1"/>
          <p:nvPr/>
        </p:nvSpPr>
        <p:spPr>
          <a:xfrm>
            <a:off x="763571" y="5135426"/>
            <a:ext cx="10296601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No unusual occurrences between 2015 and 2017 will have a substantial impact on the data used 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The information is still current and can be used to analyze a hotel’s possible plans in an efficient manner.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There are no unanticipated negative to the hotel employing any advised technique.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The hotels are not currently using any of the suggested solution.</a:t>
            </a:r>
          </a:p>
        </p:txBody>
      </p:sp>
    </p:spTree>
    <p:extLst>
      <p:ext uri="{BB962C8B-B14F-4D97-AF65-F5344CB8AC3E}">
        <p14:creationId xmlns:p14="http://schemas.microsoft.com/office/powerpoint/2010/main" val="302272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D4E49-9947-8A3B-465E-081545C7ABD7}"/>
              </a:ext>
            </a:extLst>
          </p:cNvPr>
          <p:cNvSpPr txBox="1"/>
          <p:nvPr/>
        </p:nvSpPr>
        <p:spPr>
          <a:xfrm>
            <a:off x="763572" y="245097"/>
            <a:ext cx="8743227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5. The biggest  factor affecting the effectiveness of earning income is booking cancellations.</a:t>
            </a:r>
          </a:p>
          <a:p>
            <a:pPr>
              <a:lnSpc>
                <a:spcPct val="150000"/>
              </a:lnSpc>
            </a:pPr>
            <a:r>
              <a:rPr lang="en-IN" dirty="0"/>
              <a:t>6. Cancellation result in vacant rooms for the booked length of time.</a:t>
            </a:r>
          </a:p>
          <a:p>
            <a:pPr>
              <a:lnSpc>
                <a:spcPct val="150000"/>
              </a:lnSpc>
            </a:pPr>
            <a:r>
              <a:rPr lang="en-IN" dirty="0"/>
              <a:t>7. Clients make hotel reservation the same year they make cancellations.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608E4-8E86-219E-AC90-FB9F60728F07}"/>
              </a:ext>
            </a:extLst>
          </p:cNvPr>
          <p:cNvSpPr txBox="1"/>
          <p:nvPr/>
        </p:nvSpPr>
        <p:spPr>
          <a:xfrm>
            <a:off x="763572" y="1659118"/>
            <a:ext cx="4315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en-IN" dirty="0"/>
              <a:t> </a:t>
            </a:r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882E9-1186-012D-3A99-719FAF1FDDD4}"/>
              </a:ext>
            </a:extLst>
          </p:cNvPr>
          <p:cNvSpPr txBox="1"/>
          <p:nvPr/>
        </p:nvSpPr>
        <p:spPr>
          <a:xfrm>
            <a:off x="763572" y="2423602"/>
            <a:ext cx="740523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What are the variables that affect hotel reservation cancellations 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How can we make hotel reservation cancellations better 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How will hotels be assisted in making pricing and promotional decisions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7BEC5-C6E4-3E30-E3E7-C0898C3B2672}"/>
              </a:ext>
            </a:extLst>
          </p:cNvPr>
          <p:cNvSpPr txBox="1"/>
          <p:nvPr/>
        </p:nvSpPr>
        <p:spPr>
          <a:xfrm>
            <a:off x="763572" y="3837623"/>
            <a:ext cx="2725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Hypothesis</a:t>
            </a:r>
            <a:r>
              <a:rPr lang="en-IN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5998E3-A32F-F7D0-B3B1-F01CBED0AD21}"/>
              </a:ext>
            </a:extLst>
          </p:cNvPr>
          <p:cNvSpPr txBox="1"/>
          <p:nvPr/>
        </p:nvSpPr>
        <p:spPr>
          <a:xfrm>
            <a:off x="725613" y="4550948"/>
            <a:ext cx="8707127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More cancellations occur when prices are higher.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When there is a longer waiting list, customers tend to cancel mor frequently.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The majority of clients are coming from offline travel agents to make their reservations.</a:t>
            </a:r>
          </a:p>
        </p:txBody>
      </p:sp>
    </p:spTree>
    <p:extLst>
      <p:ext uri="{BB962C8B-B14F-4D97-AF65-F5344CB8AC3E}">
        <p14:creationId xmlns:p14="http://schemas.microsoft.com/office/powerpoint/2010/main" val="378020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279AF46-27EF-2598-5C56-ACB19F414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961" y="1148801"/>
            <a:ext cx="4391025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45CA73-7882-B4A2-7439-367FB57D9AB2}"/>
              </a:ext>
            </a:extLst>
          </p:cNvPr>
          <p:cNvSpPr txBox="1"/>
          <p:nvPr/>
        </p:nvSpPr>
        <p:spPr>
          <a:xfrm>
            <a:off x="827350" y="162606"/>
            <a:ext cx="4806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en-US" dirty="0"/>
              <a:t>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dirty="0"/>
              <a:t>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Finding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E7481-5D27-5B7C-9E51-28F285AD182D}"/>
              </a:ext>
            </a:extLst>
          </p:cNvPr>
          <p:cNvSpPr txBox="1"/>
          <p:nvPr/>
        </p:nvSpPr>
        <p:spPr>
          <a:xfrm>
            <a:off x="1105166" y="4915919"/>
            <a:ext cx="9056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bar graph  shows the percentage of reservation that are canceled and those that are not .  It is obvious that are still a significant number of reservation that have not been canceled.</a:t>
            </a:r>
          </a:p>
          <a:p>
            <a:pPr algn="just"/>
            <a:r>
              <a:rPr lang="en-US" dirty="0"/>
              <a:t>There are still 37% of clients who canceled their reservation , which has a significant impact on the hotels’ earnings.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319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9F53883-1838-2DB6-23CB-76E92644B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231" y="341819"/>
            <a:ext cx="7729538" cy="456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A47503-4DF2-83D8-F88B-640C58F37566}"/>
              </a:ext>
            </a:extLst>
          </p:cNvPr>
          <p:cNvSpPr txBox="1"/>
          <p:nvPr/>
        </p:nvSpPr>
        <p:spPr>
          <a:xfrm>
            <a:off x="1598975" y="5297864"/>
            <a:ext cx="8391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/>
              <a:t>In comparison to resort hotels, city hotels have more bookings . It’s possible that resort </a:t>
            </a:r>
          </a:p>
          <a:p>
            <a:pPr algn="just"/>
            <a:r>
              <a:rPr lang="en-US" dirty="0"/>
              <a:t>Hotels are more expensive than those in cities.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6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8BAEE43-35C1-AE35-1BE8-B91713365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468"/>
            <a:ext cx="12192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10D06D-1BB7-8560-BEB2-39D9ABC62C81}"/>
              </a:ext>
            </a:extLst>
          </p:cNvPr>
          <p:cNvSpPr txBox="1"/>
          <p:nvPr/>
        </p:nvSpPr>
        <p:spPr>
          <a:xfrm>
            <a:off x="1437769" y="5627802"/>
            <a:ext cx="9316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line graph above shows that, on certain days, the average daily rate for city hotel </a:t>
            </a:r>
            <a:r>
              <a:rPr lang="en-IN" dirty="0"/>
              <a:t> is less than </a:t>
            </a:r>
          </a:p>
          <a:p>
            <a:r>
              <a:rPr lang="en-IN" dirty="0"/>
              <a:t>of a resort hotel, and other days , it is a even less. It goes without saying that weekend and </a:t>
            </a:r>
          </a:p>
          <a:p>
            <a:r>
              <a:rPr lang="en-IN" dirty="0"/>
              <a:t>Holidays may see is rise in resort hotel rates.</a:t>
            </a:r>
          </a:p>
        </p:txBody>
      </p:sp>
    </p:spTree>
    <p:extLst>
      <p:ext uri="{BB962C8B-B14F-4D97-AF65-F5344CB8AC3E}">
        <p14:creationId xmlns:p14="http://schemas.microsoft.com/office/powerpoint/2010/main" val="150545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9C00576D-9FA6-DCBC-FDF9-48F678AC1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2" y="154217"/>
            <a:ext cx="8181975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6E435B-7CA6-9814-F7C6-1458194DEB3C}"/>
              </a:ext>
            </a:extLst>
          </p:cNvPr>
          <p:cNvSpPr txBox="1"/>
          <p:nvPr/>
        </p:nvSpPr>
        <p:spPr>
          <a:xfrm>
            <a:off x="1619998" y="5404211"/>
            <a:ext cx="89520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/>
              <a:t>We have developed the grouped bar graph to analyze the month with the highest and lowest </a:t>
            </a:r>
          </a:p>
          <a:p>
            <a:pPr algn="just"/>
            <a:r>
              <a:rPr lang="en-US" dirty="0"/>
              <a:t>reservation levels according to reservation status. As can be seen, both the number of </a:t>
            </a:r>
          </a:p>
          <a:p>
            <a:pPr algn="just"/>
            <a:r>
              <a:rPr lang="en-IN" dirty="0"/>
              <a:t>Confirmed reservations and the number of canceled reservations are largest in the month of </a:t>
            </a:r>
          </a:p>
          <a:p>
            <a:pPr algn="just"/>
            <a:r>
              <a:rPr lang="en-IN" dirty="0"/>
              <a:t>August . Whereas January is the month with the most canceled reservations.</a:t>
            </a:r>
          </a:p>
        </p:txBody>
      </p:sp>
    </p:spTree>
    <p:extLst>
      <p:ext uri="{BB962C8B-B14F-4D97-AF65-F5344CB8AC3E}">
        <p14:creationId xmlns:p14="http://schemas.microsoft.com/office/powerpoint/2010/main" val="157758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94DDF72-8AE0-9A03-9C4B-7D7F2A9DE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30" y="235822"/>
            <a:ext cx="7765539" cy="449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B3F1A2-C553-D62E-4063-E428789F2E05}"/>
              </a:ext>
            </a:extLst>
          </p:cNvPr>
          <p:cNvSpPr txBox="1"/>
          <p:nvPr/>
        </p:nvSpPr>
        <p:spPr>
          <a:xfrm>
            <a:off x="1608905" y="4826675"/>
            <a:ext cx="89741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bar graph demonstrates that cancellations are most common when price are greatest</a:t>
            </a:r>
          </a:p>
          <a:p>
            <a:pPr algn="just"/>
            <a:r>
              <a:rPr lang="en-US" dirty="0"/>
              <a:t> and are least common when they are lowest. Therefore, the cost of the accommodation is </a:t>
            </a:r>
          </a:p>
          <a:p>
            <a:pPr algn="just"/>
            <a:r>
              <a:rPr lang="en-US" dirty="0"/>
              <a:t>Solely responsible for the cancellation.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Now, let’s see which country has the highest reservation canceled. The top country is Portugal</a:t>
            </a:r>
          </a:p>
          <a:p>
            <a:pPr algn="just"/>
            <a:r>
              <a:rPr lang="en-US" dirty="0"/>
              <a:t>With the highest number of cancellations.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34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A33A68-80D6-76D3-24C4-1299B2B04807}"/>
              </a:ext>
            </a:extLst>
          </p:cNvPr>
          <p:cNvSpPr txBox="1"/>
          <p:nvPr/>
        </p:nvSpPr>
        <p:spPr>
          <a:xfrm>
            <a:off x="1936335" y="5039206"/>
            <a:ext cx="83193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check the area where guests are visiting the hotels and making reservations.</a:t>
            </a:r>
          </a:p>
          <a:p>
            <a:r>
              <a:rPr lang="en-US" dirty="0"/>
              <a:t>Is it coming from direct or groups, Online or offline Travel Agents ? Around 46%  of the </a:t>
            </a:r>
          </a:p>
          <a:p>
            <a:r>
              <a:rPr lang="en-US" dirty="0"/>
              <a:t>Client come from online travel agencies, Whereas 27%  come from group. Only 4% of </a:t>
            </a:r>
          </a:p>
          <a:p>
            <a:r>
              <a:rPr lang="en-US" dirty="0"/>
              <a:t>clients book hotels directly by visiting them and making reservations.</a:t>
            </a:r>
            <a:endParaRPr lang="en-IN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9AD9DB43-9EAC-AD7F-4B04-FC9398951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863" y="396269"/>
            <a:ext cx="4320274" cy="448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32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FDDF6DD-53C7-DE85-BDF3-36E2688E5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564"/>
            <a:ext cx="12192000" cy="413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F6473F-0F57-E55A-3F73-1A4DFA0A4CEB}"/>
              </a:ext>
            </a:extLst>
          </p:cNvPr>
          <p:cNvSpPr txBox="1"/>
          <p:nvPr/>
        </p:nvSpPr>
        <p:spPr>
          <a:xfrm>
            <a:off x="1987599" y="4845378"/>
            <a:ext cx="82168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As seen in the graph, reservations are cancelled when the average daily rate is higher </a:t>
            </a:r>
          </a:p>
          <a:p>
            <a:r>
              <a:rPr lang="en-IN" dirty="0"/>
              <a:t>Then when it is not cancelled. It clearly proves all the above analysis 	, that the higher </a:t>
            </a:r>
          </a:p>
          <a:p>
            <a:r>
              <a:rPr lang="en-IN" dirty="0"/>
              <a:t>Price leads to higher cancellation.</a:t>
            </a:r>
          </a:p>
        </p:txBody>
      </p:sp>
    </p:spTree>
    <p:extLst>
      <p:ext uri="{BB962C8B-B14F-4D97-AF65-F5344CB8AC3E}">
        <p14:creationId xmlns:p14="http://schemas.microsoft.com/office/powerpoint/2010/main" val="3017767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645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Dharmik</dc:creator>
  <cp:lastModifiedBy>Jayesh Dharmik</cp:lastModifiedBy>
  <cp:revision>1</cp:revision>
  <dcterms:created xsi:type="dcterms:W3CDTF">2025-12-14T07:43:58Z</dcterms:created>
  <dcterms:modified xsi:type="dcterms:W3CDTF">2025-12-14T15:29:06Z</dcterms:modified>
</cp:coreProperties>
</file>